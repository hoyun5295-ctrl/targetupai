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5029200" y="3246120"/>
            <a:ext cx="320040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3840480"/>
            <a:ext cx="164592" cy="164592"/>
          </a:xfrm>
          <a:prstGeom prst="ellipse">
            <a:avLst/>
          </a:prstGeom>
          <a:solidFill>
            <a:srgbClr val="C7F28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줄로 끝내는 마케팅 자동화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SMS · 알림톡 · Email · Push · AI Operator — 한국 마케팅 통합 솔루션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6126480"/>
            <a:ext cx="1124712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6263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SERVICE INTRODUCTION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마케팅 담당자의 현실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부딪히는 4가지 어려움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534924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흩어진 고객 데이터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· 자사몰 · CRM — 한 곳에서 보지 못함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834640"/>
            <a:ext cx="534924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29400" y="342900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발송 도구의 분산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SMS · 알림톡 · Email 각각 다른 시스템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534924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캠페인 세팅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5852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타겟 · 메시지 · 시점 · 비용 검토 부담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754880"/>
            <a:ext cx="534924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983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5349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· 법규 검토 부담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29400" y="58521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(광고) 표기 · 080 수신거부 · 발송 시간 · 스팸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한줄로의 답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마케팅 자동화의 새로운 기준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0175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400" dirty="0"/>
          </a:p>
        </p:txBody>
      </p:sp>
      <p:sp>
        <p:nvSpPr>
          <p:cNvPr id="10" name="Shape 8"/>
          <p:cNvSpPr/>
          <p:nvPr/>
        </p:nvSpPr>
        <p:spPr>
          <a:xfrm>
            <a:off x="777240" y="4206240"/>
            <a:ext cx="4572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434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채널 한 곳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SMS · LMS · MMS · 알림톡 · Email · Push 통합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7432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30175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400" dirty="0"/>
          </a:p>
        </p:txBody>
      </p:sp>
      <p:sp>
        <p:nvSpPr>
          <p:cNvPr id="15" name="Shape 13"/>
          <p:cNvSpPr/>
          <p:nvPr/>
        </p:nvSpPr>
        <p:spPr>
          <a:xfrm>
            <a:off x="3611880" y="4206240"/>
            <a:ext cx="4572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4434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통신 100%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11880" y="5029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정보통신망법 · 통신사 표준 자동 준수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7432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0175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400" dirty="0"/>
          </a:p>
        </p:txBody>
      </p:sp>
      <p:sp>
        <p:nvSpPr>
          <p:cNvPr id="20" name="Shape 18"/>
          <p:cNvSpPr/>
          <p:nvPr/>
        </p:nvSpPr>
        <p:spPr>
          <a:xfrm>
            <a:off x="6446520" y="4206240"/>
            <a:ext cx="4572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434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학습하는 AI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5029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사용할수록 브랜드 톤이 더 정확해집니다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06840" y="274320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301752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6400" dirty="0"/>
          </a:p>
        </p:txBody>
      </p:sp>
      <p:sp>
        <p:nvSpPr>
          <p:cNvPr id="25" name="Shape 23"/>
          <p:cNvSpPr/>
          <p:nvPr/>
        </p:nvSpPr>
        <p:spPr>
          <a:xfrm>
            <a:off x="9281160" y="4206240"/>
            <a:ext cx="4572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4434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시작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81160" y="50292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구축 없이 1분 안 첫 캠페인 발송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서비스 한눈에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· 데이터 · AI · 자동화 · 안전 · 운영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6576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채널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SMS · LMS · MMS · 알림톡 · 친구톡 · Email · Web Push · In-app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2743200"/>
            <a:ext cx="36576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2628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데이터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26280" y="379476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DB · 주소록 · 자사몰 연동 · 엑셀 자동 매핑 · 실시간 행동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743200"/>
            <a:ext cx="36576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자동화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21040" y="379476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메시지 · AI 타겟 · AI Operator · 여정 자동화 · 영구 운영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36576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983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발송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31520" y="580644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943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발송 · 정기 발송 · 트리거 발송 · 모바일 DM 빌더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4754880"/>
            <a:ext cx="36576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983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2628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4중 안전망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526280" y="580644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5943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표기 · 080 수신거부 · 발송 시간 · KISA 제목 · 스팸 검수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4754880"/>
            <a:ext cx="36576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4" name="Text 32"/>
          <p:cNvSpPr/>
          <p:nvPr/>
        </p:nvSpPr>
        <p:spPr>
          <a:xfrm>
            <a:off x="8321040" y="4983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2104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+ 학습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321040" y="580644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7" name="Text 35"/>
          <p:cNvSpPr/>
          <p:nvPr/>
        </p:nvSpPr>
        <p:spPr>
          <a:xfrm>
            <a:off x="8321040" y="59436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리포트 · 채널별 매트릭스 · 다음 액션 추천 · 톤 학습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채널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국내외 8개 채널을 한 곳에서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383280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 bytes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단문 · 짧고 빠른 안내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743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LMS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66160" y="3383280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2,000 bytes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장문 · 풍성한 본문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743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46520" y="3383280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2,000 + 이미지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첨부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98280" y="27432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알림톡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26880" y="3383280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템플릿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0" y="3749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안내 · 본인 인증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친구톡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85800" y="4983480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 본문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플러스 친구 마케팅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37560" y="43434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Email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566160" y="4983480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표준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6616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뉴스레터 · 거래 메일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43434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Push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46520" y="4983480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 · 모바일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4652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푸시 알림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98280" y="434340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4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4526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In-app 메시지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326880" y="4983480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자사몰 안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32688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배너 · 모달 · 팝업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발송 결과 — 채널별 도달률 · 성공률 · 비용 한눈에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채널 통합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알림톡 · 친구톡 · 브랜드메시지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48640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알림톡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0" y="3017520"/>
            <a:ext cx="12801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배송 · 결제 · 본인 인증 — 검수 통과 템플릿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48640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친구톡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00400" y="4206240"/>
            <a:ext cx="12801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플러스 친구 대상 — 자유 본문 · 이미지 · 버튼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120640"/>
            <a:ext cx="5486400" cy="1051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303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브랜드메시지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200400" y="5394960"/>
            <a:ext cx="1280160" cy="2743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5394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발송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없이 빠른 발송 — 자체 브랜드 채널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2743200"/>
            <a:ext cx="5486400" cy="35661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2880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운영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400800" y="3337560"/>
            <a:ext cx="457200" cy="54864"/>
          </a:xfrm>
          <a:prstGeom prst="rect">
            <a:avLst/>
          </a:prstGeom>
          <a:solidFill>
            <a:srgbClr val="C7F28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566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발신 프로필 관리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4088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검수 통과 발신 프로필 통합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4224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검수 추적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4517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검수 상태 실시간 추적 · 알림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882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4837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자동 매핑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5175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카테고리 6자리 자동 분류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55412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54955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미전송 자동 대비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5833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알림톡 실패 시 SMS · LMS 자동 폴백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DB · 주소록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엑셀에서 시작 → 통합 고객 데이터로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65760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80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자동 매핑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컬럼 자동 인식 — 이름 · 연락처 · 등급 · 생일 · 매장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743200"/>
            <a:ext cx="365760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880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 업로드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13만+ 고객도 안전하게 — 진행 표시 · 중복 자동 제거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743200"/>
            <a:ext cx="365760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8803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격리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 브랜드 운영 — 매장별 사용자 권한 분리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365760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343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주소록 그룹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캠페인별 그룹 · 발송 이력 · 등급별 자동 분류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4206240"/>
            <a:ext cx="365760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4343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동적 필드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VIP 등급 · 구매 횟수 · 매장 · 사용자 정의 무제한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4206240"/>
            <a:ext cx="3657600" cy="12801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4343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4663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수신거부 동기화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7532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080 수신거부 자동 반영 — 발송 즉시 차단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방식 3가지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상황에 맞게 — 즉시 · 필터 · 예약 자동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6576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+ 즉시 발송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38912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72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주소록 직접 선택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한 번에 발송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시점 지정 가능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· 예약 분기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97680" y="2743200"/>
            <a:ext cx="3657600" cy="33832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타겟 발송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필터 → 추출 → 발송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4389120"/>
            <a:ext cx="365760" cy="45720"/>
          </a:xfrm>
          <a:prstGeom prst="rect">
            <a:avLst/>
          </a:prstGeom>
          <a:solidFill>
            <a:srgbClr val="C7F28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4572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 · 성별 · 나이 · 지역 필터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패턴 · 활성도 분리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매칭 인원 미리 확인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저장된 세그먼트 재사용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92440" y="2743200"/>
            <a:ext cx="36576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3383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발송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6676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· 트리거 자동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366760" y="438912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572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일자 지정 정기 발송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생일 · 기념일 D-day 자동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· 주간 반복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사전 알림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OPERATOR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Operator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48640" cy="73152"/>
          </a:xfrm>
          <a:prstGeom prst="rect">
            <a:avLst/>
          </a:prstGeom>
          <a:solidFill>
            <a:srgbClr val="C7F28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한 줄 → 완전 자동 캠페인 패키지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5486400" cy="914400"/>
          </a:xfrm>
          <a:prstGeom prst="rect">
            <a:avLst/>
          </a:prstGeom>
          <a:solidFill>
            <a:srgbClr val="262626"/>
          </a:solidFill>
          <a:ln w="12700">
            <a:solidFill>
              <a:srgbClr val="52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"신규 가입자 환영 7일 시리즈"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5486400" cy="1828800"/>
          </a:xfrm>
          <a:prstGeom prst="rect">
            <a:avLst/>
          </a:prstGeom>
          <a:solidFill>
            <a:srgbClr val="262626"/>
          </a:solidFill>
          <a:ln w="12700">
            <a:solidFill>
              <a:srgbClr val="52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4800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단계 시계열 (Day 0 · 1 · 3 · 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 메시지 풍성하게 작성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단어 자연스럽게 반영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톤 학습 메모리 활용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5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회신번호 · 예산 · 광고 표기 자동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5초</a:t>
            </a:r>
            <a:endParaRPr lang="en-US" sz="14000" dirty="0"/>
          </a:p>
        </p:txBody>
      </p:sp>
      <p:sp>
        <p:nvSpPr>
          <p:cNvPr id="16" name="Shape 14"/>
          <p:cNvSpPr/>
          <p:nvPr/>
        </p:nvSpPr>
        <p:spPr>
          <a:xfrm>
            <a:off x="6583680" y="4389120"/>
            <a:ext cx="731520" cy="73152"/>
          </a:xfrm>
          <a:prstGeom prst="rect">
            <a:avLst/>
          </a:prstGeom>
          <a:solidFill>
            <a:srgbClr val="C7F284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4572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완전 패키지 자동 설계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5029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 + 혜택 부분만 직접 수정 → 활성화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5577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사용할수록 정확도가 향상되는 학습 메모리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여정 자동화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7가지 표준 + 자유 설계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6576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가입 환영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Day 0 · 1 · 3 · 7 단계 발송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2743200"/>
            <a:ext cx="36576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재구매 유도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후 7 · 14 · 30일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743200"/>
            <a:ext cx="36576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휴면 회수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5320" y="35935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30일+ 미접속 고객 회복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36576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279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599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회복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946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24시간 결제 없음 안내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4096512"/>
            <a:ext cx="36576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4279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480560" y="4599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생일 축하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4946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 사전 + D-Day 당일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4096512"/>
            <a:ext cx="36576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8275320" y="42793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75320" y="4599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예약 알림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75320" y="49469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D-3 + 당일 + D+1 후기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449824"/>
            <a:ext cx="36576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6327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" y="59527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 여정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" y="6300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자연어로 직접 설계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65099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한 명의 행동이 발생하면 — AI가 짜둔 단계별 메시지가 자동 발송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채널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DM · Web Push · In-app 메시지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6576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모바일 DM 빌더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카드형 디자인 + 단축 URL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29768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480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드래그 카드형 디자인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· 텍스트 · CTA 자유 구성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단축 URL 자동 + 클릭 추적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문자 1건에 풍성한 미디어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743200"/>
            <a:ext cx="36576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Push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 푸시 알림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429768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4480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PC · 모바일 동시 발송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자사몰 방문자 자동 구독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VAPID 표준 보안 인증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도달률 · 클릭률 추적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2743200"/>
            <a:ext cx="3657600" cy="3383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In-app 메시지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6676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자사몰 안 배너 · 모달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366760" y="4297680"/>
            <a:ext cx="365760" cy="45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8366760" y="44805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· 하단 · 중앙 모달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세션당 · 일일 · 항상 빈도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페이지 · 고객군 매칭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노출 · 클릭 · 닫힘 트래킹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자사몰 직접 연동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회원 · 장바구니 실시간 동기화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 자사몰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24688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네이버 스마트스토어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3703320"/>
            <a:ext cx="24688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3703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카페24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97680"/>
            <a:ext cx="24688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Shopify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08960" y="4297680"/>
            <a:ext cx="24688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메이크샵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24688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imweb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08960" y="4892040"/>
            <a:ext cx="24688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WooCommerce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486400"/>
            <a:ext cx="24688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486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식스샵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08960" y="5486400"/>
            <a:ext cx="246888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5486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호스팅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2743200"/>
            <a:ext cx="5486400" cy="35661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880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곳에서 통합 관리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400800" y="3337560"/>
            <a:ext cx="457200" cy="54864"/>
          </a:xfrm>
          <a:prstGeom prst="rect">
            <a:avLst/>
          </a:prstGeom>
          <a:solidFill>
            <a:srgbClr val="C7F284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566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정보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40880" y="3858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 · 연락처 · 등급 · 가입일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4224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4088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이력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45171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구매 상품 · 금액 · 빈도 · LTV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4882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0" y="4837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행동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40880" y="51755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예약 · 클릭 자동 수집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55412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3A3A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54955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엑셀 + 행동 통합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040880" y="58338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고객 모든 데이터 단일 뷰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4중 안전망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정보통신망법 · KISA · 통신사 정책 자동 준수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54406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(광고) 표기 자동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광고 메시지 (광고) 표시 자동 부착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743200"/>
            <a:ext cx="54406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3246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무료거부 080 자동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3657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수신거부 자동 합성 (LMS · SMS 분기)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54406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572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846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시간 자동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5257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KST 08:00 ~ 21:00 야간 차단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343400"/>
            <a:ext cx="54406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572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4846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표준 자동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37960" y="5257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LMS · MMS KISA 제목 표준 적용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스팸 검수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전 자동 분류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8912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이모지 · 특수문자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미지원 단어 자동 정규화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38160" y="5897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발신번호 인증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816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통신사 등록 발신번호 검증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+ AI 추천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1회성 발송에서 운영 파트너로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606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30일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85800" y="3456432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성과 분석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· 도달 · 클릭 · 전환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743200"/>
            <a:ext cx="2606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채널별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3429000" y="3456432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매트릭스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SMS · LMS · 알림톡 · Email · Push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2606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시간대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85800" y="4919472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83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매트릭스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24시간 시간대별 도달률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206240"/>
            <a:ext cx="2606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4389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고객군별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3429000" y="4919472"/>
            <a:ext cx="27432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4983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 매트릭스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VIP · 일반 · 휴면 · 신규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743200"/>
            <a:ext cx="5486400" cy="35204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880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다음 캠페인 추천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00800" y="3383280"/>
            <a:ext cx="365760" cy="45720"/>
          </a:xfrm>
          <a:prstGeom prst="rect">
            <a:avLst/>
          </a:prstGeom>
          <a:solidFill>
            <a:srgbClr val="C7F284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657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931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5E5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"VIP 고객 화요일 LMS — 클릭률 18%로 가장 높습니다"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4526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800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5E5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"신규 가입 환영에 Day 14 추가 시 재구매율 +12% 예상"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5394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5669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5E5E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"휴면 회수 — 60일 시점 발송으로 조정 권장"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7171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한줄로___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0" y="320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TargetUp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요금제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864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규모에 맞춰 — 필요한 기능부터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212848" cy="3291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STARTER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35024" y="4114800"/>
            <a:ext cx="45720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29768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DB · 직접 타겟 발송 · 엑셀 자동 매핑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2743200"/>
            <a:ext cx="2212848" cy="3291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2761488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61488" y="35204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BASIC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639312" y="4114800"/>
            <a:ext cx="45720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2990088" y="429768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메시지 · AI 타겟 추천 · 스팸 검수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65776" y="2743200"/>
            <a:ext cx="2212848" cy="3291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5065776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65776" y="35204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43600" y="4114800"/>
            <a:ext cx="45720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5294376" y="429768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발송 · 모바일 DM · 스팸 자동 검사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70064" y="2743200"/>
            <a:ext cx="2212848" cy="32918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4" name="Text 22"/>
          <p:cNvSpPr/>
          <p:nvPr/>
        </p:nvSpPr>
        <p:spPr>
          <a:xfrm>
            <a:off x="7370064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70064" y="35204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47888" y="4114800"/>
            <a:ext cx="457200" cy="36576"/>
          </a:xfrm>
          <a:prstGeom prst="rect">
            <a:avLst/>
          </a:prstGeom>
          <a:solidFill>
            <a:srgbClr val="C7F284"/>
          </a:solidFill>
          <a:ln/>
        </p:spPr>
      </p:sp>
      <p:sp>
        <p:nvSpPr>
          <p:cNvPr id="27" name="Text 25"/>
          <p:cNvSpPr/>
          <p:nvPr/>
        </p:nvSpPr>
        <p:spPr>
          <a:xfrm>
            <a:off x="7598664" y="429768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자사몰 연동 · AI Operator · 여정 자동화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74352" y="2743200"/>
            <a:ext cx="2212848" cy="3291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Text 27"/>
          <p:cNvSpPr/>
          <p:nvPr/>
        </p:nvSpPr>
        <p:spPr>
          <a:xfrm>
            <a:off x="9674352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무제한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74352" y="352044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0552176" y="4114800"/>
            <a:ext cx="457200" cy="36576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9902952" y="4297680"/>
            <a:ext cx="175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무제한 발송 · 전담 지원 · 음성 AI · Email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가격 · 발송량별 견적은 영업팀 문의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6350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시작하세요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5166360" y="2743200"/>
            <a:ext cx="1828800" cy="109728"/>
          </a:xfrm>
          <a:prstGeom prst="rect">
            <a:avLst/>
          </a:prstGeom>
          <a:solidFill>
            <a:srgbClr val="C7F28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D4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한 줄 입력 → 1분 안 첫 캠페인 발송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4114800"/>
            <a:ext cx="3108960" cy="1463040"/>
          </a:xfrm>
          <a:prstGeom prst="rect">
            <a:avLst/>
          </a:prstGeom>
          <a:solidFill>
            <a:srgbClr val="262626"/>
          </a:solidFill>
          <a:ln w="12700">
            <a:solidFill>
              <a:srgbClr val="52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hanjul.ai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4114800"/>
            <a:ext cx="3108960" cy="1463040"/>
          </a:xfrm>
          <a:prstGeom prst="rect">
            <a:avLst/>
          </a:prstGeom>
          <a:solidFill>
            <a:srgbClr val="262626"/>
          </a:solidFill>
          <a:ln w="12700">
            <a:solidFill>
              <a:srgbClr val="525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1800-8125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229600" y="4114800"/>
            <a:ext cx="3108960" cy="1463040"/>
          </a:xfrm>
          <a:prstGeom prst="rect">
            <a:avLst/>
          </a:prstGeom>
          <a:solidFill>
            <a:srgbClr val="262626"/>
          </a:solidFill>
          <a:ln w="12700">
            <a:solidFill>
              <a:srgbClr val="525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7F2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0" y="4754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영업팀 문의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6172200"/>
            <a:ext cx="1124712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7373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한줄로 (TargetUp) · 주식회사 인비토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한줄로 서비스 소개서</dc:title>
  <dc:subject>한국 마케팅 통합 자동화 SaaS</dc:subject>
  <dc:creator>한줄로 (TargetUp)</dc:creator>
  <cp:lastModifiedBy>한줄로 (TargetUp)</cp:lastModifiedBy>
  <cp:revision>1</cp:revision>
  <dcterms:created xsi:type="dcterms:W3CDTF">2026-05-21T13:30:01Z</dcterms:created>
  <dcterms:modified xsi:type="dcterms:W3CDTF">2026-05-21T13:30:01Z</dcterms:modified>
</cp:coreProperties>
</file>